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58"/>
          </a:solidFill>
          <a:ln>
            <a:solidFill>
              <a:srgbClr val="142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</a:defRPr>
            </a:pPr>
            <a:r>
              <a:t>Agent-Azure-FarSight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874519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DEEBF7"/>
                </a:solidFill>
              </a:defRPr>
            </a:pPr>
            <a:r>
              <a:t>Governed remote diagnostics for Intune-managed Windows clients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834640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FFFFFF"/>
                </a:solidFill>
              </a:defRPr>
            </a:pPr>
            <a:r>
              <a:t>Production-oriented V1 planning: brokered collection, Azure SRE Agent integration, AGT governance, Bicep/AZD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08076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DEEBF7"/>
                </a:solidFill>
              </a:defRPr>
            </a:pPr>
            <a:r>
              <a:t>Generated 2026-06-12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B58"/>
                </a:solidFill>
              </a:defRPr>
            </a:pPr>
            <a:r>
              <a:t>Why this system exists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Targeted diagnostics without endpoint inbound access or arbitrary remote execution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474720" cy="4480560"/>
          </a:xfrm>
          <a:prstGeom prst="roundRect">
            <a:avLst/>
          </a:prstGeom>
          <a:solidFill>
            <a:srgbClr val="F2F2F2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Problem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SREs need app-aware evidence from Windows clients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Intune diagnostics are useful but generic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Direct shell/remoting creates unacceptable blast radius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Ad hoc scripts are hard to govern and audit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234440"/>
            <a:ext cx="3474720" cy="4480560"/>
          </a:xfrm>
          <a:prstGeom prst="roundRect">
            <a:avLst/>
          </a:prstGeom>
          <a:solidFill>
            <a:srgbClr val="DEEBF7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FarSight answer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Brokered, asynchronous diagnostic jobs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PowerShell collector deployed and healed by Intune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Named modules only; no raw command execution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Structured results plus artifact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234440"/>
            <a:ext cx="3474720" cy="4480560"/>
          </a:xfrm>
          <a:prstGeom prst="roundRect">
            <a:avLst/>
          </a:prstGeom>
          <a:solidFill>
            <a:srgbClr val="E2EFDA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70AD47"/>
                </a:solidFill>
              </a:defRPr>
            </a:pPr>
            <a:r>
              <a:t>Operational outcome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Repeatable incident investigation evidence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Policy-governed Azure SRE Agent tools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Audit trail from agent decision to endpoint result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Safe path to future bounded remediation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EEBF7"/>
          </a:solidFill>
          <a:ln>
            <a:solidFill>
              <a:srgbClr val="DE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20256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95959"/>
                </a:solidFill>
              </a:defRPr>
            </a:pPr>
            <a:r>
              <a:t>Agent-Azure-FarSight planning deck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B58"/>
                </a:solidFill>
              </a:defRPr>
            </a:pPr>
            <a:r>
              <a:t>V1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Keep the first release narrow, deterministic, and enterprise-safe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43000"/>
            <a:ext cx="5394960" cy="4754880"/>
          </a:xfrm>
          <a:prstGeom prst="roundRect">
            <a:avLst/>
          </a:prstGeom>
          <a:solidFill>
            <a:srgbClr val="FCE4D6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ED7D31"/>
                </a:solidFill>
              </a:defRPr>
            </a:pPr>
            <a:r>
              <a:t>Non-negotiables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No reverse shell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No arbitrary remote PowerShell from cloud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No inbound connectivity to endpoints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No compiled endpoint service in V1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Task Scheduler execution, not a daemon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Collector executes one approved job per run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143000"/>
            <a:ext cx="5212080" cy="4754880"/>
          </a:xfrm>
          <a:prstGeom prst="roundRect">
            <a:avLst/>
          </a:prstGeom>
          <a:solidFill>
            <a:srgbClr val="DEEBF7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Allowed execution model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Cloud creates only named diagnostic jobs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Endpoint validates local manifest and hashes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Parameters are schema-validated and bounded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Paths, providers, URLs, registries, and processes are allowlisted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Timeouts, size limits, and redaction are enforced locally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EEBF7"/>
          </a:solidFill>
          <a:ln>
            <a:solidFill>
              <a:srgbClr val="DE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0256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95959"/>
                </a:solidFill>
              </a:defRPr>
            </a:pPr>
            <a:r>
              <a:t>Agent-Azure-FarSight planning deck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B58"/>
                </a:solidFill>
              </a:defRPr>
            </a:pPr>
            <a:r>
              <a:t>Target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Italy North hosts the collector control plane; Sweden Central hosts Azure SRE Agent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2743200" cy="4480560"/>
          </a:xfrm>
          <a:prstGeom prst="roundRect">
            <a:avLst/>
          </a:prstGeom>
          <a:solidFill>
            <a:srgbClr val="F2F2F2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42B58"/>
                </a:solidFill>
              </a:defRPr>
            </a:pPr>
            <a:r>
              <a:t>Windows endpoints</a:t>
            </a:r>
            <a:br/>
            <a:r>
              <a:t>managed by Intune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20440" y="1143000"/>
            <a:ext cx="4800600" cy="4480560"/>
          </a:xfrm>
          <a:prstGeom prst="roundRect">
            <a:avLst/>
          </a:prstGeom>
          <a:solidFill>
            <a:srgbClr val="DEEBF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42B58"/>
                </a:solidFill>
              </a:defRPr>
            </a:pPr>
            <a:r>
              <a:t>Italy North</a:t>
            </a:r>
            <a:br/>
            <a:r>
              <a:t>FarSight control plane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41080" y="1143000"/>
            <a:ext cx="3063240" cy="4480560"/>
          </a:xfrm>
          <a:prstGeom prst="roundRect">
            <a:avLst/>
          </a:prstGeom>
          <a:solidFill>
            <a:srgbClr val="E2EFD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42B58"/>
                </a:solidFill>
              </a:defRPr>
            </a:pPr>
            <a:r>
              <a:t>Sweden Central</a:t>
            </a:r>
            <a:br/>
            <a:r>
              <a:t>Azure SRE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965960"/>
            <a:ext cx="2240280" cy="2880360"/>
          </a:xfrm>
          <a:prstGeom prst="roundRect">
            <a:avLst/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Endpoint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Task Scheduler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PowerShell collector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Allowlisted modules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mTLS check-in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1828800"/>
            <a:ext cx="1965960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API tier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FastAPI control API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Admin web/BFF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Worker/reconciler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828800"/>
            <a:ext cx="2057400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Data tier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Service Bus sessions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Cosmos DB state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Blob artifacts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Log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1828800"/>
            <a:ext cx="2514600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Agent tier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Azure SRE Agent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Custom FarSight agent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AGT tool gateway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Managed 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32461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142B58"/>
                </a:solidFill>
              </a:defRPr>
            </a:pPr>
            <a:r>
              <a:t>HTTPS</a:t>
            </a:r>
            <a:br/>
            <a:r>
              <a:t>mTLS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246120"/>
            <a:ext cx="384048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142B58"/>
                </a:solidFill>
              </a:defRPr>
            </a:pPr>
            <a:r>
              <a:t>API</a:t>
            </a:r>
            <a:br/>
            <a:r>
              <a:t>MI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EEBF7"/>
          </a:solidFill>
          <a:ln>
            <a:solidFill>
              <a:srgbClr val="DE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6620256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95959"/>
                </a:solidFill>
              </a:defRPr>
            </a:pPr>
            <a:r>
              <a:t>Agent-Azure-FarSight planning deck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B58"/>
                </a:solidFill>
              </a:defRPr>
            </a:pPr>
            <a:r>
              <a:t>Diagnostic job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A job is approved, leased, executed, uploaded, summarized, and audited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1783080" cy="3566160"/>
          </a:xfrm>
          <a:prstGeom prst="roundRect">
            <a:avLst/>
          </a:prstGeom>
          <a:solidFill>
            <a:srgbClr val="F2F2F2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1. Hypothesis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SRE Agent identifies needed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4872" y="1463040"/>
            <a:ext cx="1783080" cy="3566160"/>
          </a:xfrm>
          <a:prstGeom prst="roundRect">
            <a:avLst/>
          </a:prstGeom>
          <a:solidFill>
            <a:srgbClr val="DEEBF7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2. Govern tool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AGT allows, denies, or requires approval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06824" y="1463040"/>
            <a:ext cx="1783080" cy="3566160"/>
          </a:xfrm>
          <a:prstGeom prst="roundRect">
            <a:avLst/>
          </a:prstGeom>
          <a:solidFill>
            <a:srgbClr val="F2F2F2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3. Create job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API stores job and enqueues device session metadata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8776" y="1463040"/>
            <a:ext cx="1783080" cy="3566160"/>
          </a:xfrm>
          <a:prstGeom prst="roundRect">
            <a:avLst/>
          </a:prstGeom>
          <a:solidFill>
            <a:srgbClr val="DEEBF7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4. Check in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Collector fetches one approved leased job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0728" y="1463040"/>
            <a:ext cx="1783080" cy="3566160"/>
          </a:xfrm>
          <a:prstGeom prst="roundRect">
            <a:avLst/>
          </a:prstGeom>
          <a:solidFill>
            <a:srgbClr val="F2F2F2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5. Execute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Endpoint validates and runs named module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1463040"/>
            <a:ext cx="1783080" cy="3566160"/>
          </a:xfrm>
          <a:prstGeom prst="roundRect">
            <a:avLst/>
          </a:prstGeom>
          <a:solidFill>
            <a:srgbClr val="DEEBF7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6. Report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Results to API, artifacts to Blob, summaries to Logs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4864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Cosmos DB is authoritative state; Service Bus is the durable broker; Log Analytics stores normalized searchable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EEBF7"/>
          </a:solidFill>
          <a:ln>
            <a:solidFill>
              <a:srgbClr val="DE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620256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95959"/>
                </a:solidFill>
              </a:defRPr>
            </a:pPr>
            <a:r>
              <a:t>Agent-Azure-FarSight planning deck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B58"/>
                </a:solidFill>
              </a:defRPr>
            </a:pPr>
            <a:r>
              <a:t>Dual-control security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Cloud-side governance plus endpoint-side enforcement prevents shell-like behavior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43000"/>
            <a:ext cx="5257800" cy="4800600"/>
          </a:xfrm>
          <a:prstGeom prst="roundRect">
            <a:avLst/>
          </a:prstGeom>
          <a:solidFill>
            <a:srgbClr val="DEEBF7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Cloud-side controls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AGT wraps every FarSight tool call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Policy outcomes: allow, deny, require approval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Secondary approval API with Teams notification hook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Managed identity and RBAC-scoped API authorization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Cosmos-backed audit trail and governance decisions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143000"/>
            <a:ext cx="5257800" cy="4800600"/>
          </a:xfrm>
          <a:prstGeom prst="roundRect">
            <a:avLst/>
          </a:prstGeom>
          <a:solidFill>
            <a:srgbClr val="E2EFDA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70AD47"/>
                </a:solidFill>
              </a:defRPr>
            </a:pPr>
            <a:r>
              <a:t>Endpoint-side controls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Per-device certificate and mTLS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Local module manifest and script hashes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JSON-schema-like parameter validation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Path/provider/URL/registry allowlists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Timeouts, size caps, redaction, local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EEBF7"/>
          </a:solidFill>
          <a:ln>
            <a:solidFill>
              <a:srgbClr val="DE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0256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95959"/>
                </a:solidFill>
              </a:defRPr>
            </a:pPr>
            <a:r>
              <a:t>Agent-Azure-FarSight planning deck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B58"/>
                </a:solidFill>
              </a:defRPr>
            </a:pPr>
            <a:r>
              <a:t>Azure resource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AZD with Bicep modules and environment-specific parameters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097280"/>
            <a:ext cx="3657600" cy="4800600"/>
          </a:xfrm>
          <a:prstGeom prst="roundRect">
            <a:avLst/>
          </a:prstGeom>
          <a:solidFill>
            <a:srgbClr val="DEEBF7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Core Italy North resources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Container Apps: API, admin web/BFF, worker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Service Bus Standard session-enabled jobs queue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Cosmos DB for NoSQL with TTL containers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Storage Blob for artifacts and lifecycle deletion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Log Analytics, App Insights, DCR/DCE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Key Vault and App Configuration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26280" y="1097280"/>
            <a:ext cx="3474720" cy="4800600"/>
          </a:xfrm>
          <a:prstGeom prst="roundRect">
            <a:avLst/>
          </a:prstGeom>
          <a:solidFill>
            <a:srgbClr val="E2EFDA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70AD47"/>
                </a:solidFill>
              </a:defRPr>
            </a:pPr>
            <a:r>
              <a:t>Sweden Central resources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Azure SRE Agent service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AGT FarSight tool gateway on Container Apps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Gateway observability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Gateway Key Vault if needed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Managed identity authorization to FarSight APIs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75320" y="1097280"/>
            <a:ext cx="3337560" cy="4800600"/>
          </a:xfrm>
          <a:prstGeom prst="roundRect">
            <a:avLst/>
          </a:prstGeom>
          <a:solidFill>
            <a:srgbClr val="F2F2F2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Parameterized options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Public HTTPS or private endpoint profile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Optional APIM front door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Dev enrollment API toggle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Configurable retention: jobs, logs, artifacts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dev/test/prod environment differences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EEBF7"/>
          </a:solidFill>
          <a:ln>
            <a:solidFill>
              <a:srgbClr val="DE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20256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95959"/>
                </a:solidFill>
              </a:defRPr>
            </a:pPr>
            <a:r>
              <a:t>Agent-Azure-FarSight planning deck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B58"/>
                </a:solidFill>
              </a:defRPr>
            </a:pPr>
            <a:r>
              <a:t>Endpoint collector and V1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PowerShell 5.1-compatible framework deployed and repaired by Intune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97280"/>
            <a:ext cx="4937760" cy="4846320"/>
          </a:xfrm>
          <a:prstGeom prst="roundRect">
            <a:avLst/>
          </a:prstGeom>
          <a:solidFill>
            <a:srgbClr val="DEEBF7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Collector footprint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C:\ProgramData\Company\SreCollector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bootstrap.ps1 installs folders, config, scheduled task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collector.ps1 performs one check-in/fetch/execute/upload run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healthcheck.ps1 and repair.ps1 for Intune Remediations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Structured local logs and local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1097280"/>
            <a:ext cx="5394960" cy="4846320"/>
          </a:xfrm>
          <a:prstGeom prst="roundRect">
            <a:avLst/>
          </a:prstGeom>
          <a:solidFill>
            <a:srgbClr val="F2F2F2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V1 module catalog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Get-AppLogBundle: approved app log paths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Get-AppEventSlice: bounded Get-WinEvent queries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Get-AppHealthSnapshot: services, processes, safe config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Test-AppConnectivity: DNS, TCP/TLS/HTTP, proxy hints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Get-ConfigEvidence: approved registry/config with redaction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EEBF7"/>
          </a:solidFill>
          <a:ln>
            <a:solidFill>
              <a:srgbClr val="DE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0256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95959"/>
                </a:solidFill>
              </a:defRPr>
            </a:pPr>
            <a:r>
              <a:t>Agent-Azure-FarSight planning deck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B58"/>
                </a:solidFill>
              </a:defRPr>
            </a:pPr>
            <a:r>
              <a:t>Admin and operations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A dedicated web app configures the system and monitors health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97280"/>
            <a:ext cx="3474720" cy="4800600"/>
          </a:xfrm>
          <a:prstGeom prst="roundRect">
            <a:avLst/>
          </a:prstGeom>
          <a:solidFill>
            <a:srgbClr val="DEEBF7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Admin web app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Entra ID sign-in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Group/role-based access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Retention and policy configuration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Module catalog and manifest versions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Approval queue and decision history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097280"/>
            <a:ext cx="3474720" cy="4800600"/>
          </a:xfrm>
          <a:prstGeom prst="roundRect">
            <a:avLst/>
          </a:prstGeom>
          <a:solidFill>
            <a:srgbClr val="E2EFDA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70AD47"/>
                </a:solidFill>
              </a:defRPr>
            </a:pPr>
            <a:r>
              <a:t>Operational dashboards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Collector heartbeat health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Job latency and failure rate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Queue depth and DLQ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Artifact upload volume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AGT deny/approval trends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97280"/>
            <a:ext cx="3383280" cy="4800600"/>
          </a:xfrm>
          <a:prstGeom prst="roundRect">
            <a:avLst/>
          </a:prstGeom>
          <a:solidFill>
            <a:srgbClr val="F2F2F2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Alerts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Missing heartbeats by ring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Stale leases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Cosmos RU throttling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API 5xx or latency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Logs ingestion failures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Approval SLA breach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EEBF7"/>
          </a:solidFill>
          <a:ln>
            <a:solidFill>
              <a:srgbClr val="DE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20256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95959"/>
                </a:solidFill>
              </a:defRPr>
            </a:pPr>
            <a:r>
              <a:t>Agent-Azure-FarSight planning deck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B58"/>
                </a:solidFill>
              </a:defRPr>
            </a:pPr>
            <a:r>
              <a:t>Implementation workstreams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Parallel tracks for endpoint, cloud, agent, governance, and operations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234440"/>
            <a:ext cx="2651760" cy="4480560"/>
          </a:xfrm>
          <a:prstGeom prst="roundRect">
            <a:avLst/>
          </a:prstGeom>
          <a:solidFill>
            <a:srgbClr val="DEEBF7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Endpoint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Bootstrap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Collector runtime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Module contracts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Intune packaging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234440"/>
            <a:ext cx="2651760" cy="4480560"/>
          </a:xfrm>
          <a:prstGeom prst="roundRect">
            <a:avLst/>
          </a:prstGeom>
          <a:solidFill>
            <a:srgbClr val="F2F2F2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Cloud API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FastAPI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Cosmos state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Service Bus broker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Artifact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79" y="1234440"/>
            <a:ext cx="2651760" cy="4480560"/>
          </a:xfrm>
          <a:prstGeom prst="roundRect">
            <a:avLst/>
          </a:prstGeom>
          <a:solidFill>
            <a:srgbClr val="DEEBF7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Agent and governance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Azure SRE custom agent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AGT tool gateway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Policies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Approvals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234440"/>
            <a:ext cx="2651760" cy="4480560"/>
          </a:xfrm>
          <a:prstGeom prst="roundRect">
            <a:avLst/>
          </a:prstGeom>
          <a:solidFill>
            <a:srgbClr val="F2F2F2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Platform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AZD/Bicep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GitHub Actions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Monitoring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Security tests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EEBF7"/>
          </a:solidFill>
          <a:ln>
            <a:solidFill>
              <a:srgbClr val="DE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20256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95959"/>
                </a:solidFill>
              </a:defRPr>
            </a:pPr>
            <a:r>
              <a:t>Agent-Azure-FarSight planning deck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B58"/>
                </a:solidFill>
              </a:defRPr>
            </a:pPr>
            <a:r>
              <a:t>Delivery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MVP first, then pilot, hardening, and production readiness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2743200" cy="4754880"/>
          </a:xfrm>
          <a:prstGeom prst="roundRect">
            <a:avLst/>
          </a:prstGeom>
          <a:solidFill>
            <a:srgbClr val="DEEBF7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MVP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AZD/Bicep baseline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API + Cosmos + Service Bus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Collector skeleton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2 modules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Basic logs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188720"/>
            <a:ext cx="2743200" cy="4754880"/>
          </a:xfrm>
          <a:prstGeom prst="roundRect">
            <a:avLst/>
          </a:prstGeom>
          <a:solidFill>
            <a:srgbClr val="E2EFDA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Pilot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5 V1 modules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Artifacts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Admin app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AGT gateway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Teams approvals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188720"/>
            <a:ext cx="2743200" cy="4754880"/>
          </a:xfrm>
          <a:prstGeom prst="roundRect">
            <a:avLst/>
          </a:prstGeom>
          <a:solidFill>
            <a:srgbClr val="FCE4D6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Hardening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Production PKI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Private endpoints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APIM optional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Load/security tests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Policy audits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0" y="1188720"/>
            <a:ext cx="2743200" cy="4754880"/>
          </a:xfrm>
          <a:prstGeom prst="roundRect">
            <a:avLst/>
          </a:prstGeom>
          <a:solidFill>
            <a:srgbClr val="F2F2F2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Production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Runbooks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Dashboards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SRE Agent KB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DR procedures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Rollout rings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EEBF7"/>
          </a:solidFill>
          <a:ln>
            <a:solidFill>
              <a:srgbClr val="DE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20256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95959"/>
                </a:solidFill>
              </a:defRPr>
            </a:pPr>
            <a:r>
              <a:t>Agent-Azure-FarSight planning deck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B58"/>
                </a:solidFill>
              </a:defRPr>
            </a:pPr>
            <a:r>
              <a:t>First two weeks and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Start with foundation and prove one end-to-end diagnostic 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097280"/>
            <a:ext cx="5394960" cy="4800600"/>
          </a:xfrm>
          <a:prstGeom prst="roundRect">
            <a:avLst/>
          </a:prstGeom>
          <a:solidFill>
            <a:srgbClr val="DEEBF7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First two weeks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Week 1: repo skeleton, AZD/Bicep baseline, Cosmos, Service Bus, API skeleton, collector skeleton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Week 2: job lifecycle, result ingestion, Get-AppEventSlice, Get-AppLogBundle, simulated E2E demo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Definition of done: simulated device completes a bounded job and evidence is visible through API/logs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97280"/>
            <a:ext cx="5303520" cy="4800600"/>
          </a:xfrm>
          <a:prstGeom prst="roundRect">
            <a:avLst/>
          </a:prstGeom>
          <a:solidFill>
            <a:srgbClr val="F2F2F2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B58"/>
                </a:solidFill>
              </a:defRPr>
            </a:pPr>
            <a:r>
              <a:t>Decisions to close before codegen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Azure SRE Agent ARM/Bicep support and custom tool mechanism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Production PKI/SCEP/PKCS details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Teams approval transport implementation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Private endpoint DNS/networking profile</a:t>
            </a:r>
          </a:p>
          <a:p>
            <a:pPr>
              <a:defRPr sz="1100">
                <a:solidFill>
                  <a:srgbClr val="595959"/>
                </a:solidFill>
              </a:defRPr>
            </a:pPr>
            <a:r>
              <a:t>First pilot application path/event/config profiles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EEBF7"/>
          </a:solidFill>
          <a:ln>
            <a:solidFill>
              <a:srgbClr val="DE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0256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95959"/>
                </a:solidFill>
              </a:defRPr>
            </a:pPr>
            <a:r>
              <a:t>Agent-Azure-FarSight planning deck |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