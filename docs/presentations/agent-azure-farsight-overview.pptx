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914400"/>
            <a:ext cx="4846320" cy="8046720"/>
          </a:xfrm>
          <a:prstGeom prst="arc">
            <a:avLst/>
          </a:prstGeom>
          <a:solidFill>
            <a:srgbClr val="004E8C"/>
          </a:solidFill>
          <a:ln w="12700">
            <a:solidFill>
              <a:srgbClr val="004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640080"/>
            <a:ext cx="3840480" cy="5120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1965960"/>
            <a:ext cx="2194560" cy="2468880"/>
          </a:xfrm>
          <a:prstGeom prst="ellipse">
            <a:avLst/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03504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7665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4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V1 PLAN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34416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Agent-Azure-FarSight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13232" y="199339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5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remote diagnostics for Intune-managed Windows clients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Brokered collection. No remote shell. Azure SRE Agent integration. Deterministic AGT governance.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3232" y="4069080"/>
            <a:ext cx="1920240" cy="1051560"/>
          </a:xfrm>
          <a:prstGeom prst="rect">
            <a:avLst>
              <a:gd name="adj" fmla="val 6957"/>
            </a:avLst>
          </a:prstGeom>
          <a:solidFill>
            <a:srgbClr val="152B58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4069080"/>
            <a:ext cx="73152" cy="1051560"/>
          </a:xfrm>
          <a:prstGeom prst="rect">
            <a:avLst>
              <a:gd name="adj" fmla="val 100000"/>
            </a:avLst>
          </a:prstGeom>
          <a:solidFill>
            <a:srgbClr val="00BCF2"/>
          </a:solidFill>
          <a:ln w="12700">
            <a:solidFill>
              <a:srgbClr val="00B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42245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C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23544" y="462686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5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inbound endpoint ports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788920" y="4069080"/>
            <a:ext cx="1920240" cy="1051560"/>
          </a:xfrm>
          <a:prstGeom prst="rect">
            <a:avLst>
              <a:gd name="adj" fmla="val 6957"/>
            </a:avLst>
          </a:prstGeom>
          <a:solidFill>
            <a:srgbClr val="152B58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88920" y="4069080"/>
            <a:ext cx="73152" cy="105156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42245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99232" y="462686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5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diagnostic modules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64608" y="4069080"/>
            <a:ext cx="2103120" cy="1051560"/>
          </a:xfrm>
          <a:prstGeom prst="rect">
            <a:avLst>
              <a:gd name="adj" fmla="val 6957"/>
            </a:avLst>
          </a:prstGeom>
          <a:solidFill>
            <a:srgbClr val="152B58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4069080"/>
            <a:ext cx="73152" cy="1051560"/>
          </a:xfrm>
          <a:prstGeom prst="rect">
            <a:avLst>
              <a:gd name="adj" fmla="val 10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422452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74920" y="462686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D5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purpose-specific Azure regions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13232" y="60624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4CD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2026-06-12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FarSight gives SRE teams governed, application-aware evidence from Windows clients without opening a remote-control channel.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73152" cy="4389120"/>
          </a:xfrm>
          <a:prstGeom prst="rect">
            <a:avLst>
              <a:gd name="adj" fmla="val 100000"/>
            </a:avLst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45336"/>
            <a:ext cx="31181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42B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58952" y="1920240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Intune diagnostics are valuable but generic.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58952" y="2203704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SREs need targeted app logs, events, config, and connectivity evidence.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58952" y="2487168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shell patterns are too risky for enterprise endpoints.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417320"/>
            <a:ext cx="73152" cy="438912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545336"/>
            <a:ext cx="31181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53712" y="1920240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Intune-deployed PowerShell collector.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53712" y="2203704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HTTPS control API backed by Service Bus and Cosmos DB.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53712" y="2487168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SRE Agent uses governed FarSight tools, not endpoint access.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183880" y="1417320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EBF8E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1417320"/>
            <a:ext cx="73152" cy="438912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545336"/>
            <a:ext cx="31181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348472" y="1920240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diagnostic jobs.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348472" y="2203704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endpoint execution.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348472" y="2487168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summaries in Log Analytics and artifacts in Blob Storage.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348472" y="2770632"/>
            <a:ext cx="3118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approvals for sensitive actions.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 with FarSight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ad hoc endpoint access to brokered, governed diagnostic evidence.</a:t>
            </a:r>
            <a:endParaRPr lang="en-US" sz="1130" dirty="0"/>
          </a:p>
        </p:txBody>
      </p:sp>
      <p:sp>
        <p:nvSpPr>
          <p:cNvPr id="6" name="Text 4"/>
          <p:cNvSpPr/>
          <p:nvPr/>
        </p:nvSpPr>
        <p:spPr>
          <a:xfrm>
            <a:off x="822960" y="1216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2B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0" y="1216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FarSight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FFEBEB"/>
          </a:solidFill>
          <a:ln w="12700">
            <a:solidFill>
              <a:srgbClr val="F5BE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4767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or ad hoc scripts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78308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EBF8EC"/>
          </a:solidFill>
          <a:ln w="12700">
            <a:solidFill>
              <a:srgbClr val="BEE1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194767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diagnostic 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50992" y="2039112"/>
            <a:ext cx="704088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56032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FFEBEB"/>
          </a:solidFill>
          <a:ln w="12700">
            <a:solidFill>
              <a:srgbClr val="F5BE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72491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blast radius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56032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EBF8EC"/>
          </a:solidFill>
          <a:ln w="12700">
            <a:solidFill>
              <a:srgbClr val="BEE1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72491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Schema, allowlist, timeout, and size caps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50992" y="2816352"/>
            <a:ext cx="704088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3756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FFEBEB"/>
          </a:solidFill>
          <a:ln w="12700">
            <a:solidFill>
              <a:srgbClr val="F5BE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50215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Hard-to-replay investigations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333756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EBF8EC"/>
          </a:solidFill>
          <a:ln w="12700">
            <a:solidFill>
              <a:srgbClr val="BEE1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350215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Job, result, artifact, and audit records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50992" y="3593592"/>
            <a:ext cx="704088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11480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FFEBEB"/>
          </a:solidFill>
          <a:ln w="12700">
            <a:solidFill>
              <a:srgbClr val="F5BE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27939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endpoint bundles 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411480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EBF8EC"/>
          </a:solidFill>
          <a:ln w="12700">
            <a:solidFill>
              <a:srgbClr val="BEE1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427939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Application-specific evidence and summaries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50992" y="4370832"/>
            <a:ext cx="704088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89204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FFEBEB"/>
          </a:solidFill>
          <a:ln w="12700">
            <a:solidFill>
              <a:srgbClr val="F5BE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" y="505663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could request too much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489204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EBF8EC"/>
          </a:solidFill>
          <a:ln w="12700">
            <a:solidFill>
              <a:srgbClr val="BEE1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5056632"/>
            <a:ext cx="4352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AGT policy plus optional human approval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50992" y="5148072"/>
            <a:ext cx="704088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 design principles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release is intentionally narrow and deterministic.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71727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98448" y="1298448"/>
            <a:ext cx="2880360" cy="1389888"/>
          </a:xfrm>
          <a:prstGeom prst="roundRect">
            <a:avLst>
              <a:gd name="adj" fmla="val 5263"/>
            </a:avLst>
          </a:prstGeom>
          <a:solidFill>
            <a:srgbClr val="FFEBEB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26464"/>
            <a:ext cx="2569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C42B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shell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463040" y="1801368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never submits arbitrary PowerShell or command text.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471727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93208" y="1298448"/>
            <a:ext cx="2880360" cy="1389888"/>
          </a:xfrm>
          <a:prstGeom prst="roundRect">
            <a:avLst>
              <a:gd name="adj" fmla="val 5263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426464"/>
            <a:ext cx="2569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inbound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257800" y="1801368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 only initiate outbound HTTPS/mTLS check-ins.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229600" y="1325880"/>
            <a:ext cx="502920" cy="502920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471727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87968" y="1298448"/>
            <a:ext cx="2880360" cy="1389888"/>
          </a:xfrm>
          <a:prstGeom prst="roundRect">
            <a:avLst>
              <a:gd name="adj" fmla="val 5263"/>
            </a:avLst>
          </a:prstGeom>
          <a:solidFill>
            <a:srgbClr val="E6F8F8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426464"/>
            <a:ext cx="2569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modules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052560" y="1801368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Collectors execute only allowlisted diagnostic modules.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20567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298448" y="3447288"/>
            <a:ext cx="2880360" cy="1389888"/>
          </a:xfrm>
          <a:prstGeom prst="roundRect">
            <a:avLst>
              <a:gd name="adj" fmla="val 5263"/>
            </a:avLst>
          </a:prstGeom>
          <a:solidFill>
            <a:srgbClr val="FFF2E6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3575304"/>
            <a:ext cx="2569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data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1463040" y="3950208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summarized; large artifacts follow a controlled upload path.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434840" y="3474720"/>
            <a:ext cx="502920" cy="50292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620567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93208" y="3447288"/>
            <a:ext cx="2880360" cy="1389888"/>
          </a:xfrm>
          <a:prstGeom prst="roundRect">
            <a:avLst>
              <a:gd name="adj" fmla="val 5263"/>
            </a:avLst>
          </a:prstGeom>
          <a:solidFill>
            <a:srgbClr val="F2EB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575304"/>
            <a:ext cx="2569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control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257800" y="3950208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AGT governs tools; endpoints enforce local policy again.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229600" y="3474720"/>
            <a:ext cx="502920" cy="502920"/>
          </a:xfrm>
          <a:prstGeom prst="ellipse">
            <a:avLst/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3620567"/>
            <a:ext cx="50292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887968" y="3447288"/>
            <a:ext cx="2880360" cy="1389888"/>
          </a:xfrm>
          <a:prstGeom prst="roundRect">
            <a:avLst>
              <a:gd name="adj" fmla="val 5263"/>
            </a:avLst>
          </a:prstGeom>
          <a:solidFill>
            <a:srgbClr val="EBF8EC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3575304"/>
            <a:ext cx="2569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proof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9052560" y="3950208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decision, job, lease, result, and artifact is auditable.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map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layer has a sharply defined responsibility.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423160" cy="4069080"/>
          </a:xfrm>
          <a:prstGeom prst="roundRect">
            <a:avLst>
              <a:gd name="adj" fmla="val 3019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3152" cy="406908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53896"/>
            <a:ext cx="2112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collection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0392" y="182880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5.1 collector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50392" y="2112264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Scheduler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50392" y="2395728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manifest enforcement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50392" y="2679192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diagnostic modules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1618488" y="5102352"/>
            <a:ext cx="438912" cy="43891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8488" y="5229636"/>
            <a:ext cx="43891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1325880"/>
            <a:ext cx="2423160" cy="4069080"/>
          </a:xfrm>
          <a:prstGeom prst="roundRect">
            <a:avLst>
              <a:gd name="adj" fmla="val 3019"/>
            </a:avLst>
          </a:prstGeom>
          <a:solidFill>
            <a:srgbClr val="E6F8F8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0440" y="1325880"/>
            <a:ext cx="73152" cy="4069080"/>
          </a:xfrm>
          <a:prstGeom prst="rect">
            <a:avLst>
              <a:gd name="adj" fmla="val 100000"/>
            </a:avLst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1453896"/>
            <a:ext cx="2112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control plane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685032" y="182880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control API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685032" y="2112264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 broker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3685032" y="2395728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 DB state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685032" y="2679192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and Log Analytics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453128" y="5102352"/>
            <a:ext cx="438912" cy="438912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5229636"/>
            <a:ext cx="43891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1325880"/>
            <a:ext cx="2423160" cy="4069080"/>
          </a:xfrm>
          <a:prstGeom prst="roundRect">
            <a:avLst>
              <a:gd name="adj" fmla="val 3019"/>
            </a:avLst>
          </a:prstGeom>
          <a:solidFill>
            <a:srgbClr val="F2EB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1325880"/>
            <a:ext cx="73152" cy="4069080"/>
          </a:xfrm>
          <a:prstGeom prst="rect">
            <a:avLst>
              <a:gd name="adj" fmla="val 1000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453896"/>
            <a:ext cx="2112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integration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519672" y="182880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SRE Agent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6519672" y="2112264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FarSight agent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519672" y="2395728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AGT tool gateway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519672" y="2679192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identity access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287768" y="5102352"/>
            <a:ext cx="438912" cy="438912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87768" y="5229636"/>
            <a:ext cx="43891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89720" y="1325880"/>
            <a:ext cx="2423160" cy="4069080"/>
          </a:xfrm>
          <a:prstGeom prst="roundRect">
            <a:avLst>
              <a:gd name="adj" fmla="val 3019"/>
            </a:avLst>
          </a:prstGeom>
          <a:solidFill>
            <a:srgbClr val="EBF8E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89720" y="1325880"/>
            <a:ext cx="73152" cy="406908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1453896"/>
            <a:ext cx="2112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admin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9354312" y="182880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admin app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9354312" y="2112264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 and policy config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9354312" y="2395728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and alerts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9354312" y="2679192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Intune deployment assets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0122408" y="5102352"/>
            <a:ext cx="438912" cy="438912"/>
          </a:xfrm>
          <a:prstGeom prst="ellipse">
            <a:avLst/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22408" y="5229636"/>
            <a:ext cx="43891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regional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System-of-record data stays in Italy North; Azure SRE Agent integration runs in Sweden Central.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2880360" cy="461772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44752"/>
            <a:ext cx="73152" cy="4617720"/>
          </a:xfrm>
          <a:prstGeom prst="rect">
            <a:avLst>
              <a:gd name="adj" fmla="val 100000"/>
            </a:avLst>
          </a:prstGeom>
          <a:solidFill>
            <a:srgbClr val="4D5868"/>
          </a:solidFill>
          <a:ln w="12700">
            <a:solidFill>
              <a:srgbClr val="4D58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572768"/>
            <a:ext cx="2569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endpoints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67512" y="1947672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by Intune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667512" y="2231136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collector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67512" y="2514600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Scheduler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67512" y="2798064"/>
            <a:ext cx="2569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mTLS client cert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3657600" y="1325880"/>
            <a:ext cx="4572000" cy="4892040"/>
          </a:xfrm>
          <a:prstGeom prst="roundRect">
            <a:avLst>
              <a:gd name="adj" fmla="val 1600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0" y="1325880"/>
            <a:ext cx="73152" cy="489204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453896"/>
            <a:ext cx="42611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Italy North: FarSight control plane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549640" y="1444752"/>
            <a:ext cx="3063240" cy="4617720"/>
          </a:xfrm>
          <a:prstGeom prst="roundRect">
            <a:avLst>
              <a:gd name="adj" fmla="val 2388"/>
            </a:avLst>
          </a:prstGeom>
          <a:solidFill>
            <a:srgbClr val="EBF8E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1444752"/>
            <a:ext cx="73152" cy="461772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4232" y="1572768"/>
            <a:ext cx="27523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Sweden Central: SRE Agent integration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3977640" y="18745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2232" y="2002536"/>
            <a:ext cx="1472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142232" y="2377440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4142232" y="2578608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App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080760" y="18745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2002536"/>
            <a:ext cx="1472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245352" y="2377440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BFF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245352" y="2578608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App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977640" y="29718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42232" y="3099816"/>
            <a:ext cx="1472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142232" y="3474720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142232" y="3675888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 by device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080760" y="29718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3099816"/>
            <a:ext cx="1472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6245352" y="3474720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 DB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245352" y="3675888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Jobs, devices, approvals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3977640" y="4069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42232" y="4197096"/>
            <a:ext cx="1472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4142232" y="4572000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4142232" y="4773168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retention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6080760" y="406908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4197096"/>
            <a:ext cx="14721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245352" y="4572000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Analytics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6245352" y="4773168"/>
            <a:ext cx="14721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Insights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8887968" y="192024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2048256"/>
            <a:ext cx="2112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SRE Agent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9052560" y="242316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FarSight agent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9052560" y="2633472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Review/autonomous modes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8887968" y="315468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2560" y="3282696"/>
            <a:ext cx="2112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AGT tool gateway</a:t>
            </a:r>
            <a:endParaRPr lang="en-US" sz="1320" dirty="0"/>
          </a:p>
        </p:txBody>
      </p:sp>
      <p:sp>
        <p:nvSpPr>
          <p:cNvPr id="49" name="Text 47"/>
          <p:cNvSpPr/>
          <p:nvPr/>
        </p:nvSpPr>
        <p:spPr>
          <a:xfrm>
            <a:off x="9052560" y="365760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Policy-enforced calls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9052560" y="3867912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identity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8887968" y="43891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0" y="4517136"/>
            <a:ext cx="2112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files</a:t>
            </a:r>
            <a:endParaRPr lang="en-US" sz="1320" dirty="0"/>
          </a:p>
        </p:txBody>
      </p:sp>
      <p:sp>
        <p:nvSpPr>
          <p:cNvPr id="53" name="Text 51"/>
          <p:cNvSpPr/>
          <p:nvPr/>
        </p:nvSpPr>
        <p:spPr>
          <a:xfrm>
            <a:off x="9052560" y="4892040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Runbooks, diagrams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9052560" y="5102352"/>
            <a:ext cx="21122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Contracts, KQL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3401568" y="3657600"/>
            <a:ext cx="256032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18688" y="320954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229600" y="3657600"/>
            <a:ext cx="320040" cy="0"/>
          </a:xfrm>
          <a:prstGeom prst="line">
            <a:avLst/>
          </a:prstGeom>
          <a:noFill/>
          <a:ln w="27940">
            <a:solidFill>
              <a:srgbClr val="57A6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32095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61" name="Text 59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job lifecycle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bounded request travels through governance, brokered state, endpoint execution, and normalized evidence.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E5F4FF"/>
          </a:solidFill>
          <a:ln w="1397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773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13969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Agent identifies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evidence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148840" y="23134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157276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F2EBFF"/>
          </a:solidFill>
          <a:ln w="13970">
            <a:solidFill>
              <a:srgbClr val="6F42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9736" y="1773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96312" y="213969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AGT allows, denies,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requires approval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050792" y="23134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5384" y="157276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E6F8F8"/>
          </a:solidFill>
          <a:ln w="13970">
            <a:solidFill>
              <a:srgbClr val="00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773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job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98264" y="213969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stores state and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enqueues metadata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952744" y="23134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57276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E5F4FF"/>
          </a:solidFill>
          <a:ln w="1397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773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0216" y="213969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 leases one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job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854696" y="23134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9288" y="157276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FFF2E6"/>
          </a:solidFill>
          <a:ln w="1397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1773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02168" y="213969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validates and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named module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756648" y="23134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1572768"/>
            <a:ext cx="1737360" cy="1481328"/>
          </a:xfrm>
          <a:prstGeom prst="roundRect">
            <a:avLst>
              <a:gd name="adj" fmla="val 4938"/>
            </a:avLst>
          </a:prstGeom>
          <a:solidFill>
            <a:srgbClr val="EBF8EC"/>
          </a:solidFill>
          <a:ln w="13970">
            <a:solidFill>
              <a:srgbClr val="57A6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67544" y="1773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04120" y="2139696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Results, artifacts,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audit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14400" y="39776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4105656"/>
            <a:ext cx="2523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Authoritative state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1078992" y="4480560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 DB tracks job lifecycle, lease, approval, artifact index, and investigation history.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105656"/>
            <a:ext cx="2523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broker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4828032" y="4480560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Bus uses a session-enabled jobs queue keyed by deviceId.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412480" y="39776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77072" y="4105656"/>
            <a:ext cx="2523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evidence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8577072" y="4480560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Analytics stores normalized summaries; Blob stores large artifacts.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and identity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callers use different identities, all scoped to least privilege.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3152" cy="434340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53896"/>
            <a:ext cx="30266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0392" y="1828800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Per-device certificate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50392" y="2112264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mTLS to control API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50392" y="2395728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access only own jobs/results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50392" y="2679192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issuance: PKI/SCEP-PKCS for prod; enrollment API for dev/pilot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EBF8E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325880"/>
            <a:ext cx="73152" cy="434340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453896"/>
            <a:ext cx="30266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Operators and admins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599432" y="1828800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Entra ID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99432" y="2112264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Group/role authorization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99432" y="2395728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web app and API access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99432" y="2679192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configuration changes audited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183880" y="132588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2EB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1325880"/>
            <a:ext cx="73152" cy="4343400"/>
          </a:xfrm>
          <a:prstGeom prst="rect">
            <a:avLst>
              <a:gd name="adj" fmla="val 1000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8472" y="1453896"/>
            <a:ext cx="30266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SRE Agent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348472" y="1828800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System-assigned managed identity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348472" y="2112264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AGT-protected gateway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348472" y="2395728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validates identity, tool, action risk, and policy result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8348472" y="2679192"/>
            <a:ext cx="3026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mode for higher-risk flows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has three gates before endpoint execution.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2EB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73152" cy="4434840"/>
          </a:xfrm>
          <a:prstGeom prst="rect">
            <a:avLst>
              <a:gd name="adj" fmla="val 1000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45336"/>
            <a:ext cx="29352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Tool governance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04672" y="192024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AGT wraps FarSight tools.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04672" y="2203704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decides allow, deny, or require approval.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04672" y="2487168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is logged before the API call.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FF2E6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417320"/>
            <a:ext cx="73152" cy="4434840"/>
          </a:xfrm>
          <a:prstGeom prst="rect">
            <a:avLst>
              <a:gd name="adj" fmla="val 10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545336"/>
            <a:ext cx="29352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Human approval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645152" y="192024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secondary layer.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645152" y="2203704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API is source of truth.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645152" y="2487168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notification hook routes requests to approvers.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321040" y="141732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417320"/>
            <a:ext cx="73152" cy="443484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545336"/>
            <a:ext cx="29352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Endpoint enforcement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485632" y="192024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 validates manifest, hash, schema, and allowlists.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485632" y="2203704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Timeouts and size caps are local.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485632" y="2487168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jobs are rejected and audited.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913632" y="3611880"/>
            <a:ext cx="530352" cy="0"/>
          </a:xfrm>
          <a:prstGeom prst="line">
            <a:avLst/>
          </a:prstGeom>
          <a:noFill/>
          <a:ln w="27940">
            <a:solidFill>
              <a:srgbClr val="6F42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4112" y="3611880"/>
            <a:ext cx="530352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Endpoint collector execution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scheduled, single-run collector checks in, validates one job, executes one module, and exits.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1737360" cy="1389888"/>
          </a:xfrm>
          <a:prstGeom prst="roundRect">
            <a:avLst>
              <a:gd name="adj" fmla="val 5263"/>
            </a:avLst>
          </a:prstGeom>
          <a:solidFill>
            <a:srgbClr val="E5F4FF"/>
          </a:solidFill>
          <a:ln w="1397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5910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95681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+ every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5-15 minutes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148840" y="20848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1389888"/>
            <a:ext cx="1737360" cy="1389888"/>
          </a:xfrm>
          <a:prstGeom prst="roundRect">
            <a:avLst>
              <a:gd name="adj" fmla="val 5263"/>
            </a:avLst>
          </a:prstGeom>
          <a:solidFill>
            <a:srgbClr val="E5F4FF"/>
          </a:solidFill>
          <a:ln w="1397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9736" y="15910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96312" y="195681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overlapping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 runs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050792" y="20848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5384" y="1389888"/>
            <a:ext cx="1737360" cy="1389888"/>
          </a:xfrm>
          <a:prstGeom prst="roundRect">
            <a:avLst>
              <a:gd name="adj" fmla="val 5263"/>
            </a:avLst>
          </a:prstGeom>
          <a:solidFill>
            <a:srgbClr val="E5F4FF"/>
          </a:solidFill>
          <a:ln w="1397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5910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98264" y="195681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mTLS and policy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exchange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952744" y="20848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17336" y="1389888"/>
            <a:ext cx="1737360" cy="1389888"/>
          </a:xfrm>
          <a:prstGeom prst="roundRect">
            <a:avLst>
              <a:gd name="adj" fmla="val 5263"/>
            </a:avLst>
          </a:prstGeom>
          <a:solidFill>
            <a:srgbClr val="EBF8EC"/>
          </a:solidFill>
          <a:ln w="13970">
            <a:solidFill>
              <a:srgbClr val="57A6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5910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0216" y="195681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Manifest, hash,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schema, allowlists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854696" y="20848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9288" y="1389888"/>
            <a:ext cx="1737360" cy="1389888"/>
          </a:xfrm>
          <a:prstGeom prst="roundRect">
            <a:avLst>
              <a:gd name="adj" fmla="val 5263"/>
            </a:avLst>
          </a:prstGeom>
          <a:solidFill>
            <a:srgbClr val="EBF8EC"/>
          </a:solidFill>
          <a:ln w="13970">
            <a:solidFill>
              <a:srgbClr val="57A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15910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02168" y="195681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module with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 and caps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756648" y="2084832"/>
            <a:ext cx="137160" cy="0"/>
          </a:xfrm>
          <a:prstGeom prst="line">
            <a:avLst/>
          </a:prstGeom>
          <a:noFill/>
          <a:ln w="19050">
            <a:solidFill>
              <a:srgbClr val="D2DA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1389888"/>
            <a:ext cx="1737360" cy="1389888"/>
          </a:xfrm>
          <a:prstGeom prst="roundRect">
            <a:avLst>
              <a:gd name="adj" fmla="val 5263"/>
            </a:avLst>
          </a:prstGeom>
          <a:solidFill>
            <a:srgbClr val="EBF8EC"/>
          </a:solidFill>
          <a:ln w="13970">
            <a:solidFill>
              <a:srgbClr val="57A6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67544" y="159105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04120" y="195681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envelope and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artifact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77240" y="379476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922776"/>
            <a:ext cx="4809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footprint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941832" y="4297680"/>
            <a:ext cx="4809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C:\ProgramData\Company\SreCollector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41832" y="4544568"/>
            <a:ext cx="4809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bootstrap.ps1, collector.ps1, common.psm1, healthcheck.ps1, repair.ps1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941832" y="4791456"/>
            <a:ext cx="4809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config, manifest, state, logs, cache, artifacts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263640" y="3794760"/>
            <a:ext cx="5120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922776"/>
            <a:ext cx="4809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Intune responsibilities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6428232" y="4297680"/>
            <a:ext cx="4809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bootstrap and updates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6428232" y="4544568"/>
            <a:ext cx="4809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Remediations for healthcheck and repair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428232" y="4791456"/>
            <a:ext cx="4809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built-in Collect Diagnostics only for generic baseline evidence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 diagnostic module catalog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complement Intune diagnostics with application-aware evidence.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75488" cy="47548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5212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07592" y="1399032"/>
            <a:ext cx="2834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1527048"/>
            <a:ext cx="2523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Get-AppLogBundle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472184" y="1901952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app log paths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472184" y="2130552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+ optional zip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416552" y="1417320"/>
            <a:ext cx="475488" cy="475488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555212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38344" y="1399032"/>
            <a:ext cx="2834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02936" y="1527048"/>
            <a:ext cx="2523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Get-AppEventSlice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202936" y="1901952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Windows event queries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202936" y="2130552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Get-WinEvent filters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147304" y="1417320"/>
            <a:ext cx="475488" cy="475488"/>
          </a:xfrm>
          <a:prstGeom prst="ellipse">
            <a:avLst/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47304" y="1555212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69096" y="1399032"/>
            <a:ext cx="2834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3688" y="1527048"/>
            <a:ext cx="2523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Get-AppHealthSnapshot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933688" y="1901952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Service, process, version,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933688" y="2130552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config state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85800" y="3355848"/>
            <a:ext cx="475488" cy="47548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93740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307592" y="3337560"/>
            <a:ext cx="2834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72184" y="3465576"/>
            <a:ext cx="2523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Test-AppConnectivity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472184" y="3840480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DNS, TCP/TLS/HTTP, proxy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472184" y="4069080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latency hints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416552" y="3355848"/>
            <a:ext cx="475488" cy="475488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6552" y="3493740"/>
            <a:ext cx="47548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38344" y="3337560"/>
            <a:ext cx="283464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02936" y="3465576"/>
            <a:ext cx="25237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Get-ConfigEvidence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5202936" y="3840480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registry/config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202936" y="4069080"/>
            <a:ext cx="25237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redacted values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434840" y="4983480"/>
            <a:ext cx="6629400" cy="731520"/>
          </a:xfrm>
          <a:prstGeom prst="roundRect">
            <a:avLst>
              <a:gd name="adj" fmla="val 10000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9432" y="5111496"/>
            <a:ext cx="63185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rule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4599432" y="5486400"/>
            <a:ext cx="63185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module has a manifest entry, parameter schema, risk tier, timeout, max artifact size, content hash, and Pester tests.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state, normalized telemetry, and large artifacts are intentionally separated.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3246120" cy="4617720"/>
          </a:xfrm>
          <a:prstGeom prst="roundRect">
            <a:avLst>
              <a:gd name="adj" fmla="val 2254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73152" cy="461772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62456"/>
            <a:ext cx="29352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 DB: control state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04672" y="173736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04672" y="2002536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04672" y="2267712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04672" y="2532888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manifests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04672" y="2798064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804672" y="306324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investigations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804672" y="3328416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artifactIndex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04672" y="3593592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auditEvents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480560" y="1234440"/>
            <a:ext cx="3246120" cy="4617720"/>
          </a:xfrm>
          <a:prstGeom prst="roundRect">
            <a:avLst>
              <a:gd name="adj" fmla="val 2254"/>
            </a:avLst>
          </a:prstGeom>
          <a:solidFill>
            <a:srgbClr val="F2EB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234440"/>
            <a:ext cx="73152" cy="4617720"/>
          </a:xfrm>
          <a:prstGeom prst="rect">
            <a:avLst>
              <a:gd name="adj" fmla="val 1000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362456"/>
            <a:ext cx="29352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Analytics: evidence query plane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645152" y="173736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 health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645152" y="2020824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lifecycle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645152" y="2304288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summaries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645152" y="2587752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events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645152" y="2871216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645152" y="315468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evidence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4645152" y="3438144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decisions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321040" y="1234440"/>
            <a:ext cx="3246120" cy="4617720"/>
          </a:xfrm>
          <a:prstGeom prst="roundRect">
            <a:avLst>
              <a:gd name="adj" fmla="val 2254"/>
            </a:avLst>
          </a:prstGeom>
          <a:solidFill>
            <a:srgbClr val="FFF2E6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1234440"/>
            <a:ext cx="73152" cy="4617720"/>
          </a:xfrm>
          <a:prstGeom prst="rect">
            <a:avLst>
              <a:gd name="adj" fmla="val 10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1362456"/>
            <a:ext cx="29352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Storage: artifact plane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8485632" y="173736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zipped logs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8485632" y="2039112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windows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8485632" y="2340864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bundles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8485632" y="2642616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hash-verified metadata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8485632" y="2944368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delete policy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485632" y="3246120"/>
            <a:ext cx="2935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anonymous public access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deployment plan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AZD drives environments; Bicep keeps resource boundaries explicit.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63040"/>
            <a:ext cx="73152" cy="448056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59105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AZD + Bicep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0392" y="1965960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azure.yaml for environments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50392" y="2276856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infra/bicep/main.bicep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50392" y="2587752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for Container Apps, Cosmos, Service Bus, Storage, Monitoring, Security, Networking, optional APIM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434840" y="14630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EBF8E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463040"/>
            <a:ext cx="73152" cy="448056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59105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parameters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599432" y="1965960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/ test / prod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599432" y="2295144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HTTPS or private endpoint profile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99432" y="2624328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APIM enablement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599432" y="2953512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enrollment API toggle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99432" y="3282696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days for jobs, logs, artifacts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183880" y="146304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2EB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1463040"/>
            <a:ext cx="73152" cy="4480560"/>
          </a:xfrm>
          <a:prstGeom prst="rect">
            <a:avLst>
              <a:gd name="adj" fmla="val 1000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8472" y="159105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CI/CD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348472" y="1965960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348472" y="2295144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OIDC federated credentials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348472" y="2624328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azd package / provision / deploy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8348472" y="2953512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Bicep lint and what-if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348472" y="3282696"/>
            <a:ext cx="3072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before deploy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and operations experience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dedicated web app makes the system configurable and observable.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6400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417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FarSight Operations Dashboard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2423160" cy="868680"/>
          </a:xfrm>
          <a:prstGeom prst="rect">
            <a:avLst>
              <a:gd name="adj" fmla="val 8421"/>
            </a:avLst>
          </a:prstGeom>
          <a:solidFill>
            <a:srgbClr val="F7FAF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874520"/>
            <a:ext cx="73152" cy="86868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029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98.7%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8992" y="2432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 heartbeat success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611880" y="1874520"/>
            <a:ext cx="2423160" cy="868680"/>
          </a:xfrm>
          <a:prstGeom prst="rect">
            <a:avLst>
              <a:gd name="adj" fmla="val 8421"/>
            </a:avLst>
          </a:prstGeom>
          <a:solidFill>
            <a:srgbClr val="F7FAF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874520"/>
            <a:ext cx="73152" cy="86868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2029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22192" y="2432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queued jobs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68680" y="3017520"/>
            <a:ext cx="2423160" cy="868680"/>
          </a:xfrm>
          <a:prstGeom prst="rect">
            <a:avLst>
              <a:gd name="adj" fmla="val 8421"/>
            </a:avLst>
          </a:prstGeom>
          <a:solidFill>
            <a:srgbClr val="F7FAF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017520"/>
            <a:ext cx="73152" cy="86868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172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8992" y="3575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dead-lettered jobs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611880" y="3017520"/>
            <a:ext cx="2423160" cy="868680"/>
          </a:xfrm>
          <a:prstGeom prst="rect">
            <a:avLst>
              <a:gd name="adj" fmla="val 8421"/>
            </a:avLst>
          </a:prstGeom>
          <a:solidFill>
            <a:srgbClr val="F7FAF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11880" y="3017520"/>
            <a:ext cx="73152" cy="868680"/>
          </a:xfrm>
          <a:prstGeom prst="rect">
            <a:avLst>
              <a:gd name="adj" fmla="val 10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31729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22192" y="3575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approvals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68680" y="4050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latency by module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" y="4663440"/>
            <a:ext cx="292608" cy="411480"/>
          </a:xfrm>
          <a:prstGeom prst="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4343400"/>
            <a:ext cx="292608" cy="731520"/>
          </a:xfrm>
          <a:prstGeom prst="rect">
            <a:avLst>
              <a:gd name="adj" fmla="val 25000"/>
            </a:avLst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74520" y="4754880"/>
            <a:ext cx="292608" cy="320040"/>
          </a:xfrm>
          <a:prstGeom prst="rect">
            <a:avLst>
              <a:gd name="adj" fmla="val 25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4480560"/>
            <a:ext cx="292608" cy="594360"/>
          </a:xfrm>
          <a:prstGeom prst="rect">
            <a:avLst>
              <a:gd name="adj" fmla="val 25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0360" y="4599432"/>
            <a:ext cx="292608" cy="475488"/>
          </a:xfrm>
          <a:prstGeom prst="rect">
            <a:avLst>
              <a:gd name="adj" fmla="val 250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1188720"/>
            <a:ext cx="4251960" cy="4892040"/>
          </a:xfrm>
          <a:prstGeom prst="roundRect">
            <a:avLst>
              <a:gd name="adj" fmla="val 1720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60920" y="1188720"/>
            <a:ext cx="73152" cy="489204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1316736"/>
            <a:ext cx="3941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controls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7525512" y="1691640"/>
            <a:ext cx="39410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Configuration: retention, network profile, APIM option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7525512" y="2093976"/>
            <a:ext cx="39410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Policy: module catalog, AGT policies, endpoint allowlists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7525512" y="2496312"/>
            <a:ext cx="39410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Approvals: queue, decisions, audit history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7525512" y="2898648"/>
            <a:ext cx="39410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Alerts: heartbeats, stale leases, DLQ, API errors, RU throttling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roadmap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loop first, pilot safely, then harden for production.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2514600" cy="4096512"/>
          </a:xfrm>
          <a:prstGeom prst="roundRect">
            <a:avLst>
              <a:gd name="adj" fmla="val 2909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27632"/>
            <a:ext cx="73152" cy="4096512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755648"/>
            <a:ext cx="2203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58952" y="2130552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brokered diagnostic loop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58952" y="2496312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AZD/Bicep baseline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58952" y="2788920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+ Cosmos + Service Bus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58952" y="3081528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 skeleton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modules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58952" y="3666744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telemetry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545336" y="1307592"/>
            <a:ext cx="512064" cy="51206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45336" y="1456091"/>
            <a:ext cx="51206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36392" y="1563624"/>
            <a:ext cx="274320" cy="0"/>
          </a:xfrm>
          <a:prstGeom prst="line">
            <a:avLst/>
          </a:prstGeom>
          <a:noFill/>
          <a:ln w="25400">
            <a:solidFill>
              <a:srgbClr val="D2DA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1627632"/>
            <a:ext cx="2514600" cy="4096512"/>
          </a:xfrm>
          <a:prstGeom prst="roundRect">
            <a:avLst>
              <a:gd name="adj" fmla="val 2909"/>
            </a:avLst>
          </a:prstGeom>
          <a:solidFill>
            <a:srgbClr val="EBF8E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29000" y="1627632"/>
            <a:ext cx="73152" cy="4096512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1755648"/>
            <a:ext cx="2203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3593592" y="2130552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capabilities and user experience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593592" y="2496312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V1 modules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593592" y="2788920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artifacts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593592" y="3081528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app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593592" y="3374136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AGT gateway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593592" y="3666744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approvals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379976" y="1307592"/>
            <a:ext cx="512064" cy="512064"/>
          </a:xfrm>
          <a:prstGeom prst="ellipse">
            <a:avLst/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9976" y="1456091"/>
            <a:ext cx="51206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71032" y="1563624"/>
            <a:ext cx="274320" cy="0"/>
          </a:xfrm>
          <a:prstGeom prst="line">
            <a:avLst/>
          </a:prstGeom>
          <a:noFill/>
          <a:ln w="25400">
            <a:solidFill>
              <a:srgbClr val="D2D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1627632"/>
            <a:ext cx="2514600" cy="4096512"/>
          </a:xfrm>
          <a:prstGeom prst="roundRect">
            <a:avLst>
              <a:gd name="adj" fmla="val 2909"/>
            </a:avLst>
          </a:prstGeom>
          <a:solidFill>
            <a:srgbClr val="FFF2E6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1627632"/>
            <a:ext cx="73152" cy="4096512"/>
          </a:xfrm>
          <a:prstGeom prst="rect">
            <a:avLst>
              <a:gd name="adj" fmla="val 10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1755648"/>
            <a:ext cx="2203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6428232" y="2130552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production controls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428232" y="2496312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PKI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428232" y="2788920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endpoints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428232" y="3081528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APIM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428232" y="3374136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Load/security tests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428232" y="3666744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audits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214616" y="1307592"/>
            <a:ext cx="512064" cy="51206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14616" y="1456091"/>
            <a:ext cx="51206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805672" y="1563624"/>
            <a:ext cx="274320" cy="0"/>
          </a:xfrm>
          <a:prstGeom prst="line">
            <a:avLst/>
          </a:prstGeom>
          <a:noFill/>
          <a:ln w="25400">
            <a:solidFill>
              <a:srgbClr val="D2DA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98280" y="1627632"/>
            <a:ext cx="2514600" cy="4096512"/>
          </a:xfrm>
          <a:prstGeom prst="roundRect">
            <a:avLst>
              <a:gd name="adj" fmla="val 2909"/>
            </a:avLst>
          </a:prstGeom>
          <a:solidFill>
            <a:srgbClr val="F2EB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098280" y="1627632"/>
            <a:ext cx="73152" cy="4096512"/>
          </a:xfrm>
          <a:prstGeom prst="rect">
            <a:avLst>
              <a:gd name="adj" fmla="val 100000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62872" y="1755648"/>
            <a:ext cx="2203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6F42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9262872" y="2130552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 with confidence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9262872" y="2496312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Runbooks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9262872" y="2788920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9262872" y="3081528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Agent KB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9262872" y="3374136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procedures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9262872" y="3666744"/>
            <a:ext cx="22037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 rings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10049256" y="1307592"/>
            <a:ext cx="512064" cy="512064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49256" y="1456091"/>
            <a:ext cx="51206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55" name="Text 53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two weeks execution plan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implementation by proving one end-to-end job path with a simulated device.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E5F4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234440"/>
            <a:ext cx="73152" cy="4206240"/>
          </a:xfrm>
          <a:prstGeom prst="rect">
            <a:avLst>
              <a:gd name="adj" fmla="val 10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62456"/>
            <a:ext cx="4855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1: foundation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0392" y="1737360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skeleton and conventions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50392" y="2121408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AZD/Bicep baseline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50392" y="2505456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Cosmos containers and Service Bus queue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850392" y="2889504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skeleton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850392" y="3273552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Collector bootstrap and no-op check-in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EBF8EC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234440"/>
            <a:ext cx="73152" cy="4206240"/>
          </a:xfrm>
          <a:prstGeom prst="rect">
            <a:avLst>
              <a:gd name="adj" fmla="val 100000"/>
            </a:avLst>
          </a:prstGeom>
          <a:solidFill>
            <a:srgbClr val="57A64A"/>
          </a:solidFill>
          <a:ln w="12700">
            <a:solidFill>
              <a:srgbClr val="57A6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362456"/>
            <a:ext cx="48554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57A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2: first diagnostic loop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473952" y="1737360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create/fetch/lease lifecycle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473952" y="2121408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ingestion and Log Analytics path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473952" y="2505456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Get-AppEventSlice module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473952" y="2889504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Get-AppLogBundle module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6473952" y="3273552"/>
            <a:ext cx="48554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Simulated endpoint E2E demo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2011680" y="5513832"/>
            <a:ext cx="81838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5641848"/>
            <a:ext cx="7872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of done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2176272" y="6016752"/>
            <a:ext cx="78729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simulated device completes a bounded job; job lifecycle, result summary, and artifact metadata are visible through API/logs.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Decisions to close before code generation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101498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choices affect implementation details, not the core architecture.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45209"/>
            <a:ext cx="4114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1170432"/>
            <a:ext cx="9829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1298448"/>
            <a:ext cx="95189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SRE Agent integration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581912" y="1673352"/>
            <a:ext cx="9518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ARM/Bicep support and exact custom tool mechanism.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22960" y="2221992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41321"/>
            <a:ext cx="4114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2066544"/>
            <a:ext cx="9829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2194560"/>
            <a:ext cx="95189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certificate authority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581912" y="2569464"/>
            <a:ext cx="9518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enterprise PKI, SCEP, or PKCS production issuance details.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22960" y="3118104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37433"/>
            <a:ext cx="4114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2962656"/>
            <a:ext cx="9829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81912" y="3090672"/>
            <a:ext cx="95189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approval transport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581912" y="3465576"/>
            <a:ext cx="9518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Logic Apps, Power Automate, webhook, or bot-based notification.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22960" y="4014216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33545"/>
            <a:ext cx="4114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17320" y="3858768"/>
            <a:ext cx="9829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1912" y="3986784"/>
            <a:ext cx="95189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endpoint topology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1581912" y="4361688"/>
            <a:ext cx="9518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VNet, private DNS, APIM/internal ingress profile.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22960" y="4910328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029657"/>
            <a:ext cx="4114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17320" y="4754880"/>
            <a:ext cx="9829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81912" y="4882896"/>
            <a:ext cx="95189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F2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app profiles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1581912" y="5257800"/>
            <a:ext cx="95189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D5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approved paths, event channels, registry keys, URLs, and redaction rules.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02920" y="6556248"/>
            <a:ext cx="11201400" cy="10973"/>
          </a:xfrm>
          <a:prstGeom prst="rect">
            <a:avLst/>
          </a:prstGeom>
          <a:solidFill>
            <a:srgbClr val="D2E1F0"/>
          </a:solidFill>
          <a:ln w="12700">
            <a:solidFill>
              <a:srgbClr val="D2E1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62940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Agent-Azure-FarSight | governed remote diagnostics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11064240" y="66294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E7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C3TechLab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Agent-Azure-FarSight Overview</dc:title>
  <dc:subject>Agent-Azure-FarSight architecture and implementation plan</dc:subject>
  <dc:creator>GitHub Copilot</dc:creator>
  <cp:lastModifiedBy>GitHub Copilot</cp:lastModifiedBy>
  <cp:revision>1</cp:revision>
  <dcterms:created xsi:type="dcterms:W3CDTF">2026-06-12T12:29:32Z</dcterms:created>
  <dcterms:modified xsi:type="dcterms:W3CDTF">2026-06-12T12:29:32Z</dcterms:modified>
</cp:coreProperties>
</file>